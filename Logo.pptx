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73" r:id="rId3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9BE1D-B509-535F-51DA-1419F836B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56B47-A750-E7D8-B95A-4AC370205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78D49-1F91-5AEA-492E-46A7D85C3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9D83-3C5D-A444-AF86-6670790F88F8}" type="datetimeFigureOut">
              <a:rPr lang="en-JP" smtClean="0"/>
              <a:t>2026/03/04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94A55-C3FF-B113-C595-E72608A04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7AE3D-8271-D296-6952-69D491DCA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6012-1789-9A45-91D3-32123894446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37009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5E4D2-A42C-72B6-55C7-7AFF9A735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79B0E-6E79-BE12-B464-A7BB43455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D7F18-AF17-F02D-4B5F-FFA775815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9D83-3C5D-A444-AF86-6670790F88F8}" type="datetimeFigureOut">
              <a:rPr lang="en-JP" smtClean="0"/>
              <a:t>2026/03/04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5459B-5575-E0F8-DCE2-0707EF5C7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A6856-DD35-D473-1B76-DF3A33C4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6012-1789-9A45-91D3-32123894446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75638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6F2FC-F78F-7808-89CC-8244265B3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1F86D-ADBD-14D6-4C9C-F73231E23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63F40-AFEE-DDDF-35E6-2E4939129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9D83-3C5D-A444-AF86-6670790F88F8}" type="datetimeFigureOut">
              <a:rPr lang="en-JP" smtClean="0"/>
              <a:t>2026/03/04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7E174-B5E0-B02A-3140-C16251C99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B8342-6DD2-DF6D-F3BC-753E2258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6012-1789-9A45-91D3-32123894446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505535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58B10-A096-91D3-1960-58D016C2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8F8A1-60FC-BE3F-3F8A-5BADB7DD77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F2D4B-E38F-B037-29DC-10D8C3989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ECD7A-F854-7561-DE31-187355C9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9D83-3C5D-A444-AF86-6670790F88F8}" type="datetimeFigureOut">
              <a:rPr lang="en-JP" smtClean="0"/>
              <a:t>2026/03/04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361D9-6899-2C77-7E0A-846F698E8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30D9E-8357-1386-0601-D50080DB4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6012-1789-9A45-91D3-32123894446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82850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FCF2D-E209-1954-B6AF-0B55AFFA9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9F926-1B97-E0A4-CB7F-25A4A1728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9F841D-D27E-FA14-FBC0-90DEB8E5D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9C3CEA-D931-045A-3D54-291015AA51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1D01B1-539B-2935-4AED-C50D0BB117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972CD9-17C3-99AD-929D-C846E773A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9D83-3C5D-A444-AF86-6670790F88F8}" type="datetimeFigureOut">
              <a:rPr lang="en-JP" smtClean="0"/>
              <a:t>2026/03/04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E671A1-1253-F9A2-8959-37F67313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D769FF-3436-915B-43E5-858A535B5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6012-1789-9A45-91D3-32123894446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48858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0687D-8684-5CAC-2B2B-5F3280C4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A532F7-482F-8DB0-6B51-1098FBD04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9D83-3C5D-A444-AF86-6670790F88F8}" type="datetimeFigureOut">
              <a:rPr lang="en-JP" smtClean="0"/>
              <a:t>2026/03/04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9A7ECD-333D-46EC-104E-CEDB1D248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12701-E369-2D0F-5171-5A5AACEBB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6012-1789-9A45-91D3-32123894446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614550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337FE4-63DF-D40B-D4B6-49CC5A8BE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9D83-3C5D-A444-AF86-6670790F88F8}" type="datetimeFigureOut">
              <a:rPr lang="en-JP" smtClean="0"/>
              <a:t>2026/03/04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9F9B9A-CF15-D53A-3F74-3A32EB9C1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F13D6-A039-A875-B555-8EB3EC19F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6012-1789-9A45-91D3-32123894446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26984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7DB1B-E5AF-759E-AACF-32F3A0CCE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077AC-BDCA-199F-C408-321DC885C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078AE3-F32E-49E2-47FA-CF252684E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936BF-357E-9936-EA90-35388D790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9D83-3C5D-A444-AF86-6670790F88F8}" type="datetimeFigureOut">
              <a:rPr lang="en-JP" smtClean="0"/>
              <a:t>2026/03/04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DE6DFB-DC77-30DD-830E-A31A8054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C05A10-2B15-F8E0-A331-2259A13DB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6012-1789-9A45-91D3-32123894446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39896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EC1F2-519E-2570-08A0-5FDEBFB55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AC5822-86C4-DEE8-AB88-15363F89B8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1CFF0-E9BD-C0CE-961A-F5EFBFE51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1218C-7F35-52D4-DE65-644E16A1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9D83-3C5D-A444-AF86-6670790F88F8}" type="datetimeFigureOut">
              <a:rPr lang="en-JP" smtClean="0"/>
              <a:t>2026/03/04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3D5FB5-E959-FABF-AF9D-F7DF69516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48AF7-7768-7530-6D98-24B063B35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6012-1789-9A45-91D3-32123894446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05507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B6DD0-816F-D1F5-577C-AB564CF81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9E5985-B5C4-630B-AC31-EF46230E0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ED216-EF86-14BB-8C39-93AA610D0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9D83-3C5D-A444-AF86-6670790F88F8}" type="datetimeFigureOut">
              <a:rPr lang="en-JP" smtClean="0"/>
              <a:t>2026/03/04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7BA30-49BC-CFB8-B4DD-D05EE847B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A1002-FE91-4348-C296-B93EA9440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6012-1789-9A45-91D3-32123894446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09167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44F4E-FAEB-09C0-65FC-770DF8A004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60620-DE91-94E9-7D00-B8BD8BBBF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D8934-7EC4-C690-A361-7D0552154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9D83-3C5D-A444-AF86-6670790F88F8}" type="datetimeFigureOut">
              <a:rPr lang="en-JP" smtClean="0"/>
              <a:t>2026/03/04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B7900-4FE5-CDD5-B51C-4524BCE80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D070B-733B-B4B3-5D8D-86FDF7DA1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6012-1789-9A45-91D3-32123894446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87689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EBF8CA-F202-5632-EA24-2B3A3E52F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238E4-D1B4-56DA-95F8-13E1622E7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98AB5-7B5F-58D4-DB1E-9AF8B0C4E1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709D83-3C5D-A444-AF86-6670790F88F8}" type="datetimeFigureOut">
              <a:rPr lang="en-JP" smtClean="0"/>
              <a:t>2026/03/04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5891C-EA43-902D-E3CF-5DBE37D3B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03A51-3A3A-96FA-2D31-C0053B0BA3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AD6012-1789-9A45-91D3-32123894446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66408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EE239-6ECA-1C33-F3FA-0FA25A118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A76425E-9525-03F9-5084-500D39481DF8}"/>
              </a:ext>
            </a:extLst>
          </p:cNvPr>
          <p:cNvGrpSpPr/>
          <p:nvPr/>
        </p:nvGrpSpPr>
        <p:grpSpPr>
          <a:xfrm>
            <a:off x="2844800" y="177800"/>
            <a:ext cx="6502400" cy="6502400"/>
            <a:chOff x="2844800" y="177800"/>
            <a:chExt cx="6502400" cy="6502400"/>
          </a:xfrm>
        </p:grpSpPr>
        <p:pic>
          <p:nvPicPr>
            <p:cNvPr id="47" name="Picture 46" descr="A blue circular arrows in a circle&#10;&#10;AI-generated content may be incorrect.">
              <a:extLst>
                <a:ext uri="{FF2B5EF4-FFF2-40B4-BE49-F238E27FC236}">
                  <a16:creationId xmlns:a16="http://schemas.microsoft.com/office/drawing/2014/main" id="{20E74C96-296B-698E-018F-9F43734E3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4800" y="177800"/>
              <a:ext cx="6502400" cy="6502400"/>
            </a:xfrm>
            <a:prstGeom prst="rect">
              <a:avLst/>
            </a:prstGeom>
          </p:spPr>
        </p:pic>
        <p:pic>
          <p:nvPicPr>
            <p:cNvPr id="6" name="Picture 6" descr="ChatGPT Icon in SVG, PNG formats">
              <a:extLst>
                <a:ext uri="{FF2B5EF4-FFF2-40B4-BE49-F238E27FC236}">
                  <a16:creationId xmlns:a16="http://schemas.microsoft.com/office/drawing/2014/main" id="{DAE9D69A-2032-24FF-8122-BE889DD510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2007" y="3929650"/>
              <a:ext cx="1623772" cy="14192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3" descr="A close up of a logo&#10;&#10;AI-generated content may be incorrect.">
              <a:extLst>
                <a:ext uri="{FF2B5EF4-FFF2-40B4-BE49-F238E27FC236}">
                  <a16:creationId xmlns:a16="http://schemas.microsoft.com/office/drawing/2014/main" id="{63881792-ED19-E91A-9650-A777D25C01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76119" y="887900"/>
              <a:ext cx="1729659" cy="1630105"/>
            </a:xfrm>
            <a:prstGeom prst="rect">
              <a:avLst/>
            </a:prstGeom>
          </p:spPr>
        </p:pic>
        <p:pic>
          <p:nvPicPr>
            <p:cNvPr id="5" name="Picture 4" descr="A purple and white diamond&#10;&#10;AI-generated content may be incorrect.">
              <a:extLst>
                <a:ext uri="{FF2B5EF4-FFF2-40B4-BE49-F238E27FC236}">
                  <a16:creationId xmlns:a16="http://schemas.microsoft.com/office/drawing/2014/main" id="{4EC66AE1-0C7A-44DB-B030-9ED26F82D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98654" y="3924114"/>
              <a:ext cx="1630105" cy="1424742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A934B70-F201-96A1-D3A6-D4D1C793CA2A}"/>
                </a:ext>
              </a:extLst>
            </p:cNvPr>
            <p:cNvSpPr txBox="1"/>
            <p:nvPr/>
          </p:nvSpPr>
          <p:spPr>
            <a:xfrm>
              <a:off x="4657309" y="2954108"/>
              <a:ext cx="29546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soft" dir="t">
                  <a:rot lat="0" lon="0" rev="15600000"/>
                </a:lightRig>
              </a:scene3d>
              <a:sp3d extrusionH="57150" prstMaterial="softEdge">
                <a:bevelT w="25400" h="38100"/>
              </a:sp3d>
            </a:bodyPr>
            <a:lstStyle/>
            <a:p>
              <a:r>
                <a:rPr lang="en-JP" sz="4000" b="1" dirty="0">
                  <a:latin typeface="JetBrainsMono NF" panose="02000009000000000000" pitchFamily="49" charset="0"/>
                  <a:ea typeface="JetBrainsMono NF" panose="02000009000000000000" pitchFamily="49" charset="0"/>
                  <a:cs typeface="JetBrainsMono NF" panose="02000009000000000000" pitchFamily="49" charset="0"/>
                </a:rPr>
                <a:t>RSS Agent</a:t>
              </a:r>
            </a:p>
          </p:txBody>
        </p:sp>
        <p:pic>
          <p:nvPicPr>
            <p:cNvPr id="44" name="Picture 43" descr="A white square with a red letter z on it&#10;&#10;AI-generated content may be incorrect.">
              <a:extLst>
                <a:ext uri="{FF2B5EF4-FFF2-40B4-BE49-F238E27FC236}">
                  <a16:creationId xmlns:a16="http://schemas.microsoft.com/office/drawing/2014/main" id="{E85B2DFC-A182-1848-F19C-C6D333916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98654" y="887900"/>
              <a:ext cx="1630105" cy="16301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64584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17FE7-F8B7-0FE9-E949-16142C97B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 descr="A blue circular arrows in a circle&#10;&#10;AI-generated content may be incorrect.">
            <a:extLst>
              <a:ext uri="{FF2B5EF4-FFF2-40B4-BE49-F238E27FC236}">
                <a16:creationId xmlns:a16="http://schemas.microsoft.com/office/drawing/2014/main" id="{217DEB3A-7E2F-B3FC-D26B-D44AE2F0E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0" y="177800"/>
            <a:ext cx="6502400" cy="6502400"/>
          </a:xfrm>
          <a:prstGeom prst="rect">
            <a:avLst/>
          </a:prstGeom>
        </p:spPr>
      </p:pic>
      <p:pic>
        <p:nvPicPr>
          <p:cNvPr id="6" name="Picture 6" descr="ChatGPT Icon in SVG, PNG formats">
            <a:extLst>
              <a:ext uri="{FF2B5EF4-FFF2-40B4-BE49-F238E27FC236}">
                <a16:creationId xmlns:a16="http://schemas.microsoft.com/office/drawing/2014/main" id="{BCDBA418-D54A-F470-2C6A-1F9D1B073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2007" y="3929650"/>
            <a:ext cx="1623772" cy="141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B33BE2AB-58AF-2590-759E-2642D8D1E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119" y="887900"/>
            <a:ext cx="1729659" cy="1630105"/>
          </a:xfrm>
          <a:prstGeom prst="rect">
            <a:avLst/>
          </a:prstGeom>
        </p:spPr>
      </p:pic>
      <p:pic>
        <p:nvPicPr>
          <p:cNvPr id="5" name="Picture 4" descr="A purple and white diamond&#10;&#10;AI-generated content may be incorrect.">
            <a:extLst>
              <a:ext uri="{FF2B5EF4-FFF2-40B4-BE49-F238E27FC236}">
                <a16:creationId xmlns:a16="http://schemas.microsoft.com/office/drawing/2014/main" id="{60223D3F-1DF8-7853-22A0-B311E288F0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8654" y="3924114"/>
            <a:ext cx="1630105" cy="142474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0516348-28E0-544A-7E2E-8EB5908A8849}"/>
              </a:ext>
            </a:extLst>
          </p:cNvPr>
          <p:cNvSpPr txBox="1"/>
          <p:nvPr/>
        </p:nvSpPr>
        <p:spPr>
          <a:xfrm>
            <a:off x="4657309" y="2954108"/>
            <a:ext cx="2954655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JP" sz="4000" b="1" dirty="0">
                <a:latin typeface="JetBrainsMono NF" panose="02000009000000000000" pitchFamily="49" charset="0"/>
                <a:ea typeface="JetBrainsMono NF" panose="02000009000000000000" pitchFamily="49" charset="0"/>
                <a:cs typeface="JetBrainsMono NF" panose="02000009000000000000" pitchFamily="49" charset="0"/>
              </a:rPr>
              <a:t>RSS Agent</a:t>
            </a:r>
          </a:p>
        </p:txBody>
      </p:sp>
      <p:pic>
        <p:nvPicPr>
          <p:cNvPr id="44" name="Picture 43" descr="A white square with a red letter z on it&#10;&#10;AI-generated content may be incorrect.">
            <a:extLst>
              <a:ext uri="{FF2B5EF4-FFF2-40B4-BE49-F238E27FC236}">
                <a16:creationId xmlns:a16="http://schemas.microsoft.com/office/drawing/2014/main" id="{649D7219-CFF4-F83F-B39A-4A5DFC1D19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8654" y="887900"/>
            <a:ext cx="1630105" cy="163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719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JetBrainsMono NF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CASEY　JOHN　ROSSITER</dc:creator>
  <cp:lastModifiedBy>CASEY　JOHN　ROSSITER</cp:lastModifiedBy>
  <cp:revision>1</cp:revision>
  <dcterms:created xsi:type="dcterms:W3CDTF">2026-03-04T00:28:18Z</dcterms:created>
  <dcterms:modified xsi:type="dcterms:W3CDTF">2026-03-04T00:28:48Z</dcterms:modified>
</cp:coreProperties>
</file>